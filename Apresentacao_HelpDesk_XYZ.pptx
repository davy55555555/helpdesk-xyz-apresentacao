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3d9aff4499442a" /><Relationship Type="http://schemas.openxmlformats.org/officeDocument/2006/relationships/extended-properties" Target="/docProps/app.xml" Id="R1abaf83ae3604cf6" /><Relationship Type="http://schemas.openxmlformats.org/officeDocument/2006/relationships/officeDocument" Target="/ppt/presentation.xml" Id="R2433af8b4ca548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b85164174488f"/>
  </p:sldMasterIdLst>
  <p:notesMasterIdLst>
    <p:notesMasterId xmlns:r="http://schemas.openxmlformats.org/officeDocument/2006/relationships" r:id="R21c944895b6e4412"/>
  </p:notesMasterIdLst>
  <p:sldIdLst>
    <p:sldId xmlns:r="http://schemas.openxmlformats.org/officeDocument/2006/relationships" id="256" r:id="R122e9c582de04d80"/>
    <p:sldId xmlns:r="http://schemas.openxmlformats.org/officeDocument/2006/relationships" id="257" r:id="R19cc30f80ce947fa"/>
    <p:sldId xmlns:r="http://schemas.openxmlformats.org/officeDocument/2006/relationships" id="258" r:id="R2a295b2b4eda4caa"/>
    <p:sldId xmlns:r="http://schemas.openxmlformats.org/officeDocument/2006/relationships" id="259" r:id="R30cb47e4102645c7"/>
    <p:sldId xmlns:r="http://schemas.openxmlformats.org/officeDocument/2006/relationships" id="260" r:id="Rc7f79ef6ef224271"/>
    <p:sldId xmlns:r="http://schemas.openxmlformats.org/officeDocument/2006/relationships" id="261" r:id="R7327a9f732c74033"/>
    <p:sldId xmlns:r="http://schemas.openxmlformats.org/officeDocument/2006/relationships" id="262" r:id="R2bc7e37ce1e94216"/>
    <p:sldId xmlns:r="http://schemas.openxmlformats.org/officeDocument/2006/relationships" id="263" r:id="R833de849929f49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da76eba5448f5" /><Relationship Type="http://schemas.openxmlformats.org/officeDocument/2006/relationships/slideMaster" Target="/ppt/slideMasters/slideMaster1.xml" Id="Rff8b85164174488f" /><Relationship Type="http://schemas.openxmlformats.org/officeDocument/2006/relationships/notesMaster" Target="/ppt/notesMasters/notesMaster1.xml" Id="R21c944895b6e4412" /><Relationship Type="http://schemas.openxmlformats.org/officeDocument/2006/relationships/presProps" Target="/ppt/presProps.xml" Id="Re21e6ea5adc64b06" /><Relationship Type="http://schemas.openxmlformats.org/officeDocument/2006/relationships/tableStyles" Target="/ppt/tableStyles.xml" Id="Rc4b7d61f1cfe4b40" /><Relationship Type="http://schemas.openxmlformats.org/officeDocument/2006/relationships/slide" Target="/ppt/slides/slide1.xml" Id="R122e9c582de04d80" /><Relationship Type="http://schemas.openxmlformats.org/officeDocument/2006/relationships/slide" Target="/ppt/slides/slide2.xml" Id="R19cc30f80ce947fa" /><Relationship Type="http://schemas.openxmlformats.org/officeDocument/2006/relationships/slide" Target="/ppt/slides/slide3.xml" Id="R2a295b2b4eda4caa" /><Relationship Type="http://schemas.openxmlformats.org/officeDocument/2006/relationships/slide" Target="/ppt/slides/slide4.xml" Id="R30cb47e4102645c7" /><Relationship Type="http://schemas.openxmlformats.org/officeDocument/2006/relationships/slide" Target="/ppt/slides/slide5.xml" Id="Rc7f79ef6ef224271" /><Relationship Type="http://schemas.openxmlformats.org/officeDocument/2006/relationships/slide" Target="/ppt/slides/slide6.xml" Id="R7327a9f732c74033" /><Relationship Type="http://schemas.openxmlformats.org/officeDocument/2006/relationships/slide" Target="/ppt/slides/slide7.xml" Id="R2bc7e37ce1e94216" /><Relationship Type="http://schemas.openxmlformats.org/officeDocument/2006/relationships/slide" Target="/ppt/slides/slide8.xml" Id="R833de849929f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48a4463ce5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f948f5b6f42b0" /><Relationship Type="http://schemas.openxmlformats.org/officeDocument/2006/relationships/notesMaster" Target="/ppt/notesMasters/notesMaster1.xml" Id="Rbda720defda7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e100e6801a4345" /><Relationship Type="http://schemas.openxmlformats.org/officeDocument/2006/relationships/notesMaster" Target="/ppt/notesMasters/notesMaster1.xml" Id="R1a7b70f8365645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524e34e9e4597" /><Relationship Type="http://schemas.openxmlformats.org/officeDocument/2006/relationships/notesMaster" Target="/ppt/notesMasters/notesMaster1.xml" Id="Rd09f6bb0a25141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687505e05248d0" /><Relationship Type="http://schemas.openxmlformats.org/officeDocument/2006/relationships/notesMaster" Target="/ppt/notesMasters/notesMaster1.xml" Id="R452ca614a810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53fb7733ad4068" /><Relationship Type="http://schemas.openxmlformats.org/officeDocument/2006/relationships/notesMaster" Target="/ppt/notesMasters/notesMaster1.xml" Id="R14f76b261d4942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2d82a8be89496e" /><Relationship Type="http://schemas.openxmlformats.org/officeDocument/2006/relationships/notesMaster" Target="/ppt/notesMasters/notesMaster1.xml" Id="Ree453184a5ae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f77109e7c343d2" /><Relationship Type="http://schemas.openxmlformats.org/officeDocument/2006/relationships/notesMaster" Target="/ppt/notesMasters/notesMaster1.xml" Id="R3b556965bd7748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30e9ea6ddf4960" /><Relationship Type="http://schemas.openxmlformats.org/officeDocument/2006/relationships/notesMaster" Target="/ppt/notesMasters/notesMaster1.xml" Id="R8db82f4e983c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5ff9b4c0a46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f217569e7447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3412e3b1346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daf33e74d45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401f97c8447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173ca666641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69FB61-9163-42ED-942A-F1621E6087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AFAFF7-DFBE-460E-9C5A-F210B017BC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3FCF41-EDAB-41E1-BBC5-86BC7B9F9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2947F6-FC1D-44D0-AE6D-6713D46EB6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1199480-A3DE-4C09-92B4-E7F5CAA833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D3410D-AF73-4117-99A8-E8C88C477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9D7028-9CA1-484F-A2C0-F2B5F3708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837273-148A-49CA-8A03-51A8DD8681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27E6AB-264E-4266-8564-0E189A939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42644A-DC72-43A2-A267-6444AD860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3ce7a04984f4d" /><Relationship Type="http://schemas.openxmlformats.org/officeDocument/2006/relationships/slideLayout" Target="/ppt/slideLayouts/slideLayout1.xml" Id="R266062c224d04ffd" /><Relationship Type="http://schemas.openxmlformats.org/officeDocument/2006/relationships/slideLayout" Target="/ppt/slideLayouts/slideLayout2.xml" Id="R8802ddf7c5ef46c8" /><Relationship Type="http://schemas.openxmlformats.org/officeDocument/2006/relationships/slideLayout" Target="/ppt/slideLayouts/slideLayout3.xml" Id="R496e009940d54d62" /><Relationship Type="http://schemas.openxmlformats.org/officeDocument/2006/relationships/slideLayout" Target="/ppt/slideLayouts/slideLayout4.xml" Id="R8b33b0c19876472f" /><Relationship Type="http://schemas.openxmlformats.org/officeDocument/2006/relationships/slideLayout" Target="/ppt/slideLayouts/slideLayout5.xml" Id="R2705fa9d23ee4be6" /><Relationship Type="http://schemas.openxmlformats.org/officeDocument/2006/relationships/slideLayout" Target="/ppt/slideLayouts/slideLayout6.xml" Id="R8928e487853342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6062c224d04ffd"/>
    <p:sldLayoutId xmlns:r="http://schemas.openxmlformats.org/officeDocument/2006/relationships" id="2147483650" r:id="R8802ddf7c5ef46c8"/>
    <p:sldLayoutId xmlns:r="http://schemas.openxmlformats.org/officeDocument/2006/relationships" id="2147483651" r:id="R496e009940d54d62"/>
    <p:sldLayoutId xmlns:r="http://schemas.openxmlformats.org/officeDocument/2006/relationships" id="2147483652" r:id="R8b33b0c19876472f"/>
    <p:sldLayoutId xmlns:r="http://schemas.openxmlformats.org/officeDocument/2006/relationships" id="2147483653" r:id="R2705fa9d23ee4be6"/>
    <p:sldLayoutId xmlns:r="http://schemas.openxmlformats.org/officeDocument/2006/relationships" id="2147483654" r:id="R8928e487853342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1e87a725644a9" /><Relationship Type="http://schemas.openxmlformats.org/officeDocument/2006/relationships/notesSlide" Target="/ppt/notesSlides/notesSlide1.xml" Id="Rc9dc4045107246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30e76d8ed4033" /><Relationship Type="http://schemas.openxmlformats.org/officeDocument/2006/relationships/notesSlide" Target="/ppt/notesSlides/notesSlide2.xml" Id="R04a26545c2bc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5c53b54934c78" /><Relationship Type="http://schemas.openxmlformats.org/officeDocument/2006/relationships/notesSlide" Target="/ppt/notesSlides/notesSlide3.xml" Id="Ra5909485a53b4a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d70e961df4e6e" /><Relationship Type="http://schemas.openxmlformats.org/officeDocument/2006/relationships/image" Target="/ppt/media/image.png" Id="R6e746b27ccef412f" /><Relationship Type="http://schemas.openxmlformats.org/officeDocument/2006/relationships/notesSlide" Target="/ppt/notesSlides/notesSlide4.xml" Id="R5ef0090d981c4c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5b33c4b644ec5" /><Relationship Type="http://schemas.openxmlformats.org/officeDocument/2006/relationships/image" Target="/ppt/media/image2.png" Id="R7aef5a5498394d31" /><Relationship Type="http://schemas.openxmlformats.org/officeDocument/2006/relationships/notesSlide" Target="/ppt/notesSlides/notesSlide5.xml" Id="Raea8517accc3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b5aa4f4ba4ba1" /><Relationship Type="http://schemas.openxmlformats.org/officeDocument/2006/relationships/image" Target="/ppt/media/image3.png" Id="R89a431ff1a2a48f4" /><Relationship Type="http://schemas.openxmlformats.org/officeDocument/2006/relationships/notesSlide" Target="/ppt/notesSlides/notesSlide6.xml" Id="Rbebe729adfd445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92f3e53ef4c33" /><Relationship Type="http://schemas.openxmlformats.org/officeDocument/2006/relationships/image" Target="/ppt/media/image4.png" Id="R4409f12b2d9a4d97" /><Relationship Type="http://schemas.openxmlformats.org/officeDocument/2006/relationships/notesSlide" Target="/ppt/notesSlides/notesSlide7.xml" Id="R9095b9b772f64a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5cbc912844bd3" /><Relationship Type="http://schemas.openxmlformats.org/officeDocument/2006/relationships/notesSlide" Target="/ppt/notesSlides/notesSlide8.xml" Id="Rf7ecd6efca0049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BFBC9-6767-4C5E-9FA4-8CC91FD8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HelpDesk XYZ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7CD83-BF47-44BB-A77E-AFA29195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263445"/>
                </a:solidFill>
              </a:defRPr>
            </a:defPPr>
            <a:lvl1pPr>
              <a:defRPr sz="2625" b="0">
                <a:solidFill>
                  <a:srgbClr val="263445"/>
                </a:solidFill>
              </a:defRPr>
            </a:lvl1pPr>
            <a:lvl2pPr>
              <a:defRPr sz="2625" b="0">
                <a:solidFill>
                  <a:srgbClr val="263445"/>
                </a:solidFill>
              </a:defRPr>
            </a:lvl2pPr>
            <a:lvl3pPr>
              <a:defRPr sz="2625" b="0">
                <a:solidFill>
                  <a:srgbClr val="263445"/>
                </a:solidFill>
              </a:defRPr>
            </a:lvl3pPr>
            <a:lvl4pPr>
              <a:defRPr sz="2625" b="0">
                <a:solidFill>
                  <a:srgbClr val="263445"/>
                </a:solidFill>
              </a:defRPr>
            </a:lvl4pPr>
            <a:lvl5pPr>
              <a:defRPr sz="2625" b="0">
                <a:solidFill>
                  <a:srgbClr val="263445"/>
                </a:solidFill>
              </a:defRPr>
            </a:lvl5pPr>
            <a:lvl6pPr>
              <a:defRPr sz="2625" b="0">
                <a:solidFill>
                  <a:srgbClr val="263445"/>
                </a:solidFill>
              </a:defRPr>
            </a:lvl6pPr>
            <a:lvl7pPr>
              <a:defRPr sz="2625" b="0">
                <a:solidFill>
                  <a:srgbClr val="263445"/>
                </a:solidFill>
              </a:defRPr>
            </a:lvl7pPr>
            <a:lvl8pPr>
              <a:defRPr sz="2625" b="0">
                <a:solidFill>
                  <a:srgbClr val="263445"/>
                </a:solidFill>
              </a:defRPr>
            </a:lvl8pPr>
            <a:lvl9pPr>
              <a:defRPr sz="2625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263445"/>
                </a:solidFill>
              </a:defRPr>
            </a:pPr>
            <a:r>
              <a:rPr sz="2625" b="0">
                <a:solidFill>
                  <a:srgbClr val="263445"/>
                </a:solidFill>
              </a:rPr>
              <a:t>Sistema de gestão de chamados de suporte técnico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90D65-33FD-4874-9935-94A04592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445"/>
                </a:solidFill>
              </a:defRPr>
            </a:defPPr>
            <a:lvl1pPr>
              <a:defRPr sz="1950" b="0">
                <a:solidFill>
                  <a:srgbClr val="263445"/>
                </a:solidFill>
              </a:defRPr>
            </a:lvl1pPr>
            <a:lvl2pPr>
              <a:defRPr sz="1950" b="0">
                <a:solidFill>
                  <a:srgbClr val="263445"/>
                </a:solidFill>
              </a:defRPr>
            </a:lvl2pPr>
            <a:lvl3pPr>
              <a:defRPr sz="1950" b="0">
                <a:solidFill>
                  <a:srgbClr val="263445"/>
                </a:solidFill>
              </a:defRPr>
            </a:lvl3pPr>
            <a:lvl4pPr>
              <a:defRPr sz="1950" b="0">
                <a:solidFill>
                  <a:srgbClr val="263445"/>
                </a:solidFill>
              </a:defRPr>
            </a:lvl4pPr>
            <a:lvl5pPr>
              <a:defRPr sz="1950" b="0">
                <a:solidFill>
                  <a:srgbClr val="263445"/>
                </a:solidFill>
              </a:defRPr>
            </a:lvl5pPr>
            <a:lvl6pPr>
              <a:defRPr sz="1950" b="0">
                <a:solidFill>
                  <a:srgbClr val="263445"/>
                </a:solidFill>
              </a:defRPr>
            </a:lvl6pPr>
            <a:lvl7pPr>
              <a:defRPr sz="1950" b="0">
                <a:solidFill>
                  <a:srgbClr val="263445"/>
                </a:solidFill>
              </a:defRPr>
            </a:lvl7pPr>
            <a:lvl8pPr>
              <a:defRPr sz="1950" b="0">
                <a:solidFill>
                  <a:srgbClr val="263445"/>
                </a:solidFill>
              </a:defRPr>
            </a:lvl8pPr>
            <a:lvl9pPr>
              <a:defRPr sz="195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445"/>
                </a:solidFill>
              </a:defRPr>
            </a:pPr>
            <a:r>
              <a:rPr sz="1950" b="0">
                <a:solidFill>
                  <a:srgbClr val="263445"/>
                </a:solidFill>
              </a:rPr>
              <a:t>Deivid Cerqueira</a:t>
            </a:r>
          </a:p>
          <a:p xmlns:a="http://schemas.openxmlformats.org/drawingml/2006/main">
            <a:pPr>
              <a:defRPr sz="1950" b="0">
                <a:solidFill>
                  <a:srgbClr val="263445"/>
                </a:solidFill>
              </a:defRPr>
            </a:pPr>
            <a:r>
              <a:rPr sz="1950" b="0">
                <a:solidFill>
                  <a:srgbClr val="263445"/>
                </a:solidFill>
              </a:rPr>
              <a:t>Análise e Projeto de Sistemas · UDF</a:t>
            </a:r>
          </a:p>
          <a:p xmlns:a="http://schemas.openxmlformats.org/drawingml/2006/main">
            <a:pPr>
              <a:defRPr sz="1950" b="0">
                <a:solidFill>
                  <a:srgbClr val="263445"/>
                </a:solidFill>
              </a:defRPr>
            </a:pPr>
            <a:r>
              <a:rPr sz="1950" b="0">
                <a:solidFill>
                  <a:srgbClr val="263445"/>
                </a:solidFill>
              </a:rPr>
              <a:t>Prof. Gabriel de Oliveira Alves</a:t>
            </a:r>
          </a:p>
          <a:p xmlns:a="http://schemas.openxmlformats.org/drawingml/2006/main">
            <a:pPr>
              <a:defRPr sz="1950" b="0">
                <a:solidFill>
                  <a:srgbClr val="263445"/>
                </a:solidFill>
              </a:defRPr>
            </a:pPr>
            <a:r>
              <a:rPr sz="1950" b="0">
                <a:solidFill>
                  <a:srgbClr val="263445"/>
                </a:solidFill>
              </a:rPr>
              <a:t>Brasília, 2026</a:t>
            </a:r>
          </a:p>
        </p:txBody>
      </p:sp>
    </p:spTree>
    <p:extLst>
      <p:ext uri="{BB962C8B-B14F-4D97-AF65-F5344CB8AC3E}">
        <p14:creationId xmlns:p14="http://schemas.microsoft.com/office/powerpoint/2010/main" val="71200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D0699-1C0D-4060-B00B-3E4CB47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Problema e proposta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CB853-C26B-4E21-8872-FA85BCCC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63445"/>
                </a:solidFill>
              </a:defRPr>
            </a:defPPr>
            <a:lvl1pPr>
              <a:defRPr sz="2400" b="1">
                <a:solidFill>
                  <a:srgbClr val="263445"/>
                </a:solidFill>
              </a:defRPr>
            </a:lvl1pPr>
            <a:lvl2pPr>
              <a:defRPr sz="2400" b="1">
                <a:solidFill>
                  <a:srgbClr val="263445"/>
                </a:solidFill>
              </a:defRPr>
            </a:lvl2pPr>
            <a:lvl3pPr>
              <a:defRPr sz="2400" b="1">
                <a:solidFill>
                  <a:srgbClr val="263445"/>
                </a:solidFill>
              </a:defRPr>
            </a:lvl3pPr>
            <a:lvl4pPr>
              <a:defRPr sz="2400" b="1">
                <a:solidFill>
                  <a:srgbClr val="263445"/>
                </a:solidFill>
              </a:defRPr>
            </a:lvl4pPr>
            <a:lvl5pPr>
              <a:defRPr sz="2400" b="1">
                <a:solidFill>
                  <a:srgbClr val="263445"/>
                </a:solidFill>
              </a:defRPr>
            </a:lvl5pPr>
            <a:lvl6pPr>
              <a:defRPr sz="2400" b="1">
                <a:solidFill>
                  <a:srgbClr val="263445"/>
                </a:solidFill>
              </a:defRPr>
            </a:lvl6pPr>
            <a:lvl7pPr>
              <a:defRPr sz="2400" b="1">
                <a:solidFill>
                  <a:srgbClr val="263445"/>
                </a:solidFill>
              </a:defRPr>
            </a:lvl7pPr>
            <a:lvl8pPr>
              <a:defRPr sz="2400" b="1">
                <a:solidFill>
                  <a:srgbClr val="263445"/>
                </a:solidFill>
              </a:defRPr>
            </a:lvl8pPr>
            <a:lvl9pPr>
              <a:defRPr sz="2400" b="1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445"/>
                </a:solidFill>
              </a:defRPr>
            </a:pPr>
            <a:r>
              <a:rPr sz="2400" b="1">
                <a:solidFill>
                  <a:srgbClr val="263445"/>
                </a:solidFill>
              </a:rPr>
              <a:t>Solicitações dispersas dificultam o acompanhamento do suporte.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7FCB7-5A89-41BE-A189-8BC68867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0001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445"/>
                </a:solidFill>
              </a:defRPr>
            </a:defPPr>
            <a:lvl1pPr>
              <a:defRPr sz="2100" b="0">
                <a:solidFill>
                  <a:srgbClr val="263445"/>
                </a:solidFill>
              </a:defRPr>
            </a:lvl1pPr>
            <a:lvl2pPr>
              <a:defRPr sz="2100" b="0">
                <a:solidFill>
                  <a:srgbClr val="263445"/>
                </a:solidFill>
              </a:defRPr>
            </a:lvl2pPr>
            <a:lvl3pPr>
              <a:defRPr sz="2100" b="0">
                <a:solidFill>
                  <a:srgbClr val="263445"/>
                </a:solidFill>
              </a:defRPr>
            </a:lvl3pPr>
            <a:lvl4pPr>
              <a:defRPr sz="2100" b="0">
                <a:solidFill>
                  <a:srgbClr val="263445"/>
                </a:solidFill>
              </a:defRPr>
            </a:lvl4pPr>
            <a:lvl5pPr>
              <a:defRPr sz="2100" b="0">
                <a:solidFill>
                  <a:srgbClr val="263445"/>
                </a:solidFill>
              </a:defRPr>
            </a:lvl5pPr>
            <a:lvl6pPr>
              <a:defRPr sz="2100" b="0">
                <a:solidFill>
                  <a:srgbClr val="263445"/>
                </a:solidFill>
              </a:defRPr>
            </a:lvl6pPr>
            <a:lvl7pPr>
              <a:defRPr sz="2100" b="0">
                <a:solidFill>
                  <a:srgbClr val="263445"/>
                </a:solidFill>
              </a:defRPr>
            </a:lvl7pPr>
            <a:lvl8pPr>
              <a:defRPr sz="2100" b="0">
                <a:solidFill>
                  <a:srgbClr val="263445"/>
                </a:solidFill>
              </a:defRPr>
            </a:lvl8pPr>
            <a:lvl9pPr>
              <a:defRPr sz="21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Pedidos sem protocolo e histórico centralizado</a:t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Prioridades e responsáveis pouco claros</a:t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Cliente sem visibilidade sobre a situação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Proposta: registrar, atribuir e acompanhar chamados em um sistema único.</a:t>
            </a:r>
          </a:p>
        </p:txBody>
      </p:sp>
    </p:spTree>
    <p:extLst>
      <p:ext uri="{BB962C8B-B14F-4D97-AF65-F5344CB8AC3E}">
        <p14:creationId xmlns:p14="http://schemas.microsoft.com/office/powerpoint/2010/main" val="222007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04FBF-0405-47D5-A994-B509E825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Escopo e 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1016B-E616-479B-A6A7-BBF2DBDA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287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445"/>
                </a:solidFill>
              </a:defRPr>
            </a:defPPr>
            <a:lvl1pPr>
              <a:defRPr sz="2100" b="0">
                <a:solidFill>
                  <a:srgbClr val="263445"/>
                </a:solidFill>
              </a:defRPr>
            </a:lvl1pPr>
            <a:lvl2pPr>
              <a:defRPr sz="2100" b="0">
                <a:solidFill>
                  <a:srgbClr val="263445"/>
                </a:solidFill>
              </a:defRPr>
            </a:lvl2pPr>
            <a:lvl3pPr>
              <a:defRPr sz="2100" b="0">
                <a:solidFill>
                  <a:srgbClr val="263445"/>
                </a:solidFill>
              </a:defRPr>
            </a:lvl3pPr>
            <a:lvl4pPr>
              <a:defRPr sz="2100" b="0">
                <a:solidFill>
                  <a:srgbClr val="263445"/>
                </a:solidFill>
              </a:defRPr>
            </a:lvl4pPr>
            <a:lvl5pPr>
              <a:defRPr sz="2100" b="0">
                <a:solidFill>
                  <a:srgbClr val="263445"/>
                </a:solidFill>
              </a:defRPr>
            </a:lvl5pPr>
            <a:lvl6pPr>
              <a:defRPr sz="2100" b="0">
                <a:solidFill>
                  <a:srgbClr val="263445"/>
                </a:solidFill>
              </a:defRPr>
            </a:lvl6pPr>
            <a:lvl7pPr>
              <a:defRPr sz="2100" b="0">
                <a:solidFill>
                  <a:srgbClr val="263445"/>
                </a:solidFill>
              </a:defRPr>
            </a:lvl7pPr>
            <a:lvl8pPr>
              <a:defRPr sz="2100" b="0">
                <a:solidFill>
                  <a:srgbClr val="263445"/>
                </a:solidFill>
              </a:defRPr>
            </a:lvl8pPr>
            <a:lvl9pPr>
              <a:defRPr sz="21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Cliente abre, consulta e cancela seus chamados.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Administrador atribui chamados a técnicos 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Técnico atende e registra a 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Comentários e anexos preservam evidências.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D9F62-056C-424D-983A-9C5BD0C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63445"/>
                </a:solidFill>
              </a:defRPr>
            </a:defPPr>
            <a:lvl1pPr>
              <a:defRPr sz="1725" b="1">
                <a:solidFill>
                  <a:srgbClr val="263445"/>
                </a:solidFill>
              </a:defRPr>
            </a:lvl1pPr>
            <a:lvl2pPr>
              <a:defRPr sz="1725" b="1">
                <a:solidFill>
                  <a:srgbClr val="263445"/>
                </a:solidFill>
              </a:defRPr>
            </a:lvl2pPr>
            <a:lvl3pPr>
              <a:defRPr sz="1725" b="1">
                <a:solidFill>
                  <a:srgbClr val="263445"/>
                </a:solidFill>
              </a:defRPr>
            </a:lvl3pPr>
            <a:lvl4pPr>
              <a:defRPr sz="1725" b="1">
                <a:solidFill>
                  <a:srgbClr val="263445"/>
                </a:solidFill>
              </a:defRPr>
            </a:lvl4pPr>
            <a:lvl5pPr>
              <a:defRPr sz="1725" b="1">
                <a:solidFill>
                  <a:srgbClr val="263445"/>
                </a:solidFill>
              </a:defRPr>
            </a:lvl5pPr>
            <a:lvl6pPr>
              <a:defRPr sz="1725" b="1">
                <a:solidFill>
                  <a:srgbClr val="263445"/>
                </a:solidFill>
              </a:defRPr>
            </a:lvl6pPr>
            <a:lvl7pPr>
              <a:defRPr sz="1725" b="1">
                <a:solidFill>
                  <a:srgbClr val="263445"/>
                </a:solidFill>
              </a:defRPr>
            </a:lvl7pPr>
            <a:lvl8pPr>
              <a:defRPr sz="1725" b="1">
                <a:solidFill>
                  <a:srgbClr val="263445"/>
                </a:solidFill>
              </a:defRPr>
            </a:lvl8pPr>
            <a:lvl9pPr>
              <a:defRPr sz="1725" b="1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63445"/>
                </a:solidFill>
              </a:defRPr>
            </a:pPr>
            <a:r>
              <a:rPr sz="1725" b="1">
                <a:solidFill>
                  <a:srgbClr val="263445"/>
                </a:solidFill>
              </a:rPr>
              <a:t>Fora do escopo: cadastro e manutenção de usuários.</a:t>
            </a:r>
          </a:p>
        </p:txBody>
      </p:sp>
    </p:spTree>
    <p:extLst>
      <p:ext uri="{BB962C8B-B14F-4D97-AF65-F5344CB8AC3E}">
        <p14:creationId xmlns:p14="http://schemas.microsoft.com/office/powerpoint/2010/main" val="2135999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F3B4F-26F0-4EAD-AC31-9DA714F0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Arquitetura e ODS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D4881-227B-4D39-B08B-5A09F97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191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445"/>
                </a:solidFill>
              </a:defRPr>
            </a:defPPr>
            <a:lvl1pPr>
              <a:defRPr sz="1875" b="0">
                <a:solidFill>
                  <a:srgbClr val="263445"/>
                </a:solidFill>
              </a:defRPr>
            </a:lvl1pPr>
            <a:lvl2pPr>
              <a:defRPr sz="1875" b="0">
                <a:solidFill>
                  <a:srgbClr val="263445"/>
                </a:solidFill>
              </a:defRPr>
            </a:lvl2pPr>
            <a:lvl3pPr>
              <a:defRPr sz="1875" b="0">
                <a:solidFill>
                  <a:srgbClr val="263445"/>
                </a:solidFill>
              </a:defRPr>
            </a:lvl3pPr>
            <a:lvl4pPr>
              <a:defRPr sz="1875" b="0">
                <a:solidFill>
                  <a:srgbClr val="263445"/>
                </a:solidFill>
              </a:defRPr>
            </a:lvl4pPr>
            <a:lvl5pPr>
              <a:defRPr sz="1875" b="0">
                <a:solidFill>
                  <a:srgbClr val="263445"/>
                </a:solidFill>
              </a:defRPr>
            </a:lvl5pPr>
            <a:lvl6pPr>
              <a:defRPr sz="1875" b="0">
                <a:solidFill>
                  <a:srgbClr val="263445"/>
                </a:solidFill>
              </a:defRPr>
            </a:lvl6pPr>
            <a:lvl7pPr>
              <a:defRPr sz="1875" b="0">
                <a:solidFill>
                  <a:srgbClr val="263445"/>
                </a:solidFill>
              </a:defRPr>
            </a:lvl7pPr>
            <a:lvl8pPr>
              <a:defRPr sz="1875" b="0">
                <a:solidFill>
                  <a:srgbClr val="263445"/>
                </a:solidFill>
              </a:defRPr>
            </a:lvl8pPr>
            <a:lvl9pPr>
              <a:defRPr sz="1875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5"/>
                </a:solidFill>
              </a:defRPr>
            </a:pPr>
            <a:r>
              <a:rPr sz="1875" b="0">
                <a:solidFill>
                  <a:srgbClr val="263445"/>
                </a:solidFill>
              </a:rPr>
              <a:t>Três camadas organizam a interface, as regras de negócio e os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445"/>
                </a:solidFill>
              </a:defRPr>
            </a:pPr>
            <a:r>
              <a:rPr sz="1875" b="0">
                <a:solidFill>
                  <a:srgbClr val="263445"/>
                </a:solidFill>
              </a:rPr>
              <a:t>A contribuição ao ODS 9 é indireta: o suporte estruturado pode melhorar a gestão da infraestrutura digital.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DAEB6-C779-4BB3-8457-682EDE7B22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46b27ccef412f"/>
          <a:stretch xmlns:a="http://schemas.openxmlformats.org/drawingml/2006/main"/>
        </p:blipFill>
        <p:spPr>
          <a:xfrm xmlns:a="http://schemas.openxmlformats.org/drawingml/2006/main">
            <a:off x="5398506" y="1095375"/>
            <a:ext cx="587173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69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76D03-10E2-4D14-AED8-E5ABBF69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Casos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29AF8-75D4-4BEF-9DB5-B15B26B2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45"/>
                </a:solidFill>
              </a:defRPr>
            </a:defPPr>
            <a:lvl1pPr>
              <a:defRPr sz="1800" b="0">
                <a:solidFill>
                  <a:srgbClr val="263445"/>
                </a:solidFill>
              </a:defRPr>
            </a:lvl1pPr>
            <a:lvl2pPr>
              <a:defRPr sz="1800" b="0">
                <a:solidFill>
                  <a:srgbClr val="263445"/>
                </a:solidFill>
              </a:defRPr>
            </a:lvl2pPr>
            <a:lvl3pPr>
              <a:defRPr sz="1800" b="0">
                <a:solidFill>
                  <a:srgbClr val="263445"/>
                </a:solidFill>
              </a:defRPr>
            </a:lvl3pPr>
            <a:lvl4pPr>
              <a:defRPr sz="1800" b="0">
                <a:solidFill>
                  <a:srgbClr val="263445"/>
                </a:solidFill>
              </a:defRPr>
            </a:lvl4pPr>
            <a:lvl5pPr>
              <a:defRPr sz="1800" b="0">
                <a:solidFill>
                  <a:srgbClr val="263445"/>
                </a:solidFill>
              </a:defRPr>
            </a:lvl5pPr>
            <a:lvl6pPr>
              <a:defRPr sz="1800" b="0">
                <a:solidFill>
                  <a:srgbClr val="263445"/>
                </a:solidFill>
              </a:defRPr>
            </a:lvl6pPr>
            <a:lvl7pPr>
              <a:defRPr sz="1800" b="0">
                <a:solidFill>
                  <a:srgbClr val="263445"/>
                </a:solidFill>
              </a:defRPr>
            </a:lvl7pPr>
            <a:lvl8pPr>
              <a:defRPr sz="1800" b="0">
                <a:solidFill>
                  <a:srgbClr val="263445"/>
                </a:solidFill>
              </a:defRPr>
            </a:lvl8pPr>
            <a:lvl9pPr>
              <a:defRPr sz="18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5"/>
                </a:solidFill>
              </a:defRPr>
            </a:pPr>
            <a:r>
              <a:rPr sz="1800" b="0">
                <a:solidFill>
                  <a:srgbClr val="263445"/>
                </a:solidFill>
              </a:rPr>
              <a:t>Cliente, técnico e administrador interagem com o sistema. A validação de sessão é incluída nas operações; o anexo é opcional na abertura.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F0FAD-0E3A-469F-98AF-CF4DB8C6C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f5a5498394d31"/>
          <a:stretch xmlns:a="http://schemas.openxmlformats.org/drawingml/2006/main"/>
        </p:blipFill>
        <p:spPr>
          <a:xfrm xmlns:a="http://schemas.openxmlformats.org/drawingml/2006/main">
            <a:off x="4572000" y="1533997"/>
            <a:ext cx="7048500" cy="37900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97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218B1-303D-4745-BD84-89F69D6F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Classes e objetos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DDA97-A2B3-4063-B31A-C144C5B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3714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45"/>
                </a:solidFill>
              </a:defRPr>
            </a:defPPr>
            <a:lvl1pPr>
              <a:defRPr sz="1800" b="0">
                <a:solidFill>
                  <a:srgbClr val="263445"/>
                </a:solidFill>
              </a:defRPr>
            </a:lvl1pPr>
            <a:lvl2pPr>
              <a:defRPr sz="1800" b="0">
                <a:solidFill>
                  <a:srgbClr val="263445"/>
                </a:solidFill>
              </a:defRPr>
            </a:lvl2pPr>
            <a:lvl3pPr>
              <a:defRPr sz="1800" b="0">
                <a:solidFill>
                  <a:srgbClr val="263445"/>
                </a:solidFill>
              </a:defRPr>
            </a:lvl3pPr>
            <a:lvl4pPr>
              <a:defRPr sz="1800" b="0">
                <a:solidFill>
                  <a:srgbClr val="263445"/>
                </a:solidFill>
              </a:defRPr>
            </a:lvl4pPr>
            <a:lvl5pPr>
              <a:defRPr sz="1800" b="0">
                <a:solidFill>
                  <a:srgbClr val="263445"/>
                </a:solidFill>
              </a:defRPr>
            </a:lvl5pPr>
            <a:lvl6pPr>
              <a:defRPr sz="1800" b="0">
                <a:solidFill>
                  <a:srgbClr val="263445"/>
                </a:solidFill>
              </a:defRPr>
            </a:lvl6pPr>
            <a:lvl7pPr>
              <a:defRPr sz="1800" b="0">
                <a:solidFill>
                  <a:srgbClr val="263445"/>
                </a:solidFill>
              </a:defRPr>
            </a:lvl7pPr>
            <a:lvl8pPr>
              <a:defRPr sz="1800" b="0">
                <a:solidFill>
                  <a:srgbClr val="263445"/>
                </a:solidFill>
              </a:defRPr>
            </a:lvl8pPr>
            <a:lvl9pPr>
              <a:defRPr sz="18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5"/>
                </a:solidFill>
              </a:defRPr>
            </a:pPr>
            <a:r>
              <a:rPr sz="1800" b="0">
                <a:solidFill>
                  <a:srgbClr val="263445"/>
                </a:solidFill>
              </a:rPr>
              <a:t>Usuário reúne dados comuns aos três perfis. Chamado se relaciona ao cliente, ao técnico, aos comentários e aos anexos.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445"/>
                </a:solidFill>
              </a:defRPr>
            </a:pPr>
            <a:r>
              <a:rPr sz="1800" b="0">
                <a:solidFill>
                  <a:srgbClr val="263445"/>
                </a:solidFill>
              </a:rPr>
              <a:t>Um chamado pendente pode não ter técnico atribuído.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7C5B4-EEB2-4854-9996-C5BA2C2FFC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431ff1a2a48f4"/>
          <a:stretch xmlns:a="http://schemas.openxmlformats.org/drawingml/2006/main"/>
        </p:blipFill>
        <p:spPr>
          <a:xfrm xmlns:a="http://schemas.openxmlformats.org/drawingml/2006/main">
            <a:off x="5062773" y="1095375"/>
            <a:ext cx="5924080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7710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F0AF0-1FD8-40AD-A42F-ED4B465A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Ciclo de vida do chamado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95F93-AA47-45D4-8AC1-F616B102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445"/>
                </a:solidFill>
              </a:defRPr>
            </a:defPPr>
            <a:lvl1pPr>
              <a:defRPr sz="1875" b="0">
                <a:solidFill>
                  <a:srgbClr val="263445"/>
                </a:solidFill>
              </a:defRPr>
            </a:lvl1pPr>
            <a:lvl2pPr>
              <a:defRPr sz="1875" b="0">
                <a:solidFill>
                  <a:srgbClr val="263445"/>
                </a:solidFill>
              </a:defRPr>
            </a:lvl2pPr>
            <a:lvl3pPr>
              <a:defRPr sz="1875" b="0">
                <a:solidFill>
                  <a:srgbClr val="263445"/>
                </a:solidFill>
              </a:defRPr>
            </a:lvl3pPr>
            <a:lvl4pPr>
              <a:defRPr sz="1875" b="0">
                <a:solidFill>
                  <a:srgbClr val="263445"/>
                </a:solidFill>
              </a:defRPr>
            </a:lvl4pPr>
            <a:lvl5pPr>
              <a:defRPr sz="1875" b="0">
                <a:solidFill>
                  <a:srgbClr val="263445"/>
                </a:solidFill>
              </a:defRPr>
            </a:lvl5pPr>
            <a:lvl6pPr>
              <a:defRPr sz="1875" b="0">
                <a:solidFill>
                  <a:srgbClr val="263445"/>
                </a:solidFill>
              </a:defRPr>
            </a:lvl6pPr>
            <a:lvl7pPr>
              <a:defRPr sz="1875" b="0">
                <a:solidFill>
                  <a:srgbClr val="263445"/>
                </a:solidFill>
              </a:defRPr>
            </a:lvl7pPr>
            <a:lvl8pPr>
              <a:defRPr sz="1875" b="0">
                <a:solidFill>
                  <a:srgbClr val="263445"/>
                </a:solidFill>
              </a:defRPr>
            </a:lvl8pPr>
            <a:lvl9pPr>
              <a:defRPr sz="1875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445"/>
                </a:solidFill>
              </a:defRPr>
            </a:pPr>
            <a:r>
              <a:rPr sz="1875" b="0">
                <a:solidFill>
                  <a:srgbClr val="263445"/>
                </a:solidFill>
              </a:rPr>
              <a:t>O chamado nasce pendente. A atribuição a um técnico ativo inicia o atendimento. A solução permite a resolução; o titular pode cancelar enquanto o chamado estiver aberto.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BF5C7-1710-4DB0-B89B-DC07BBB24C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9f12b2d9a4d97"/>
          <a:stretch xmlns:a="http://schemas.openxmlformats.org/drawingml/2006/main"/>
        </p:blipFill>
        <p:spPr>
          <a:xfrm xmlns:a="http://schemas.openxmlformats.org/drawingml/2006/main">
            <a:off x="1623421" y="2524125"/>
            <a:ext cx="8945158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C4F6B-24A9-4810-BA61-139DDB5C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445"/>
                </a:solidFill>
              </a:defRPr>
            </a:defPPr>
            <a:lvl1pPr>
              <a:defRPr sz="1800" b="0">
                <a:solidFill>
                  <a:srgbClr val="263445"/>
                </a:solidFill>
              </a:defRPr>
            </a:lvl1pPr>
            <a:lvl2pPr>
              <a:defRPr sz="1800" b="0">
                <a:solidFill>
                  <a:srgbClr val="263445"/>
                </a:solidFill>
              </a:defRPr>
            </a:lvl2pPr>
            <a:lvl3pPr>
              <a:defRPr sz="1800" b="0">
                <a:solidFill>
                  <a:srgbClr val="263445"/>
                </a:solidFill>
              </a:defRPr>
            </a:lvl3pPr>
            <a:lvl4pPr>
              <a:defRPr sz="1800" b="0">
                <a:solidFill>
                  <a:srgbClr val="263445"/>
                </a:solidFill>
              </a:defRPr>
            </a:lvl4pPr>
            <a:lvl5pPr>
              <a:defRPr sz="1800" b="0">
                <a:solidFill>
                  <a:srgbClr val="263445"/>
                </a:solidFill>
              </a:defRPr>
            </a:lvl5pPr>
            <a:lvl6pPr>
              <a:defRPr sz="1800" b="0">
                <a:solidFill>
                  <a:srgbClr val="263445"/>
                </a:solidFill>
              </a:defRPr>
            </a:lvl6pPr>
            <a:lvl7pPr>
              <a:defRPr sz="1800" b="0">
                <a:solidFill>
                  <a:srgbClr val="263445"/>
                </a:solidFill>
              </a:defRPr>
            </a:lvl7pPr>
            <a:lvl8pPr>
              <a:defRPr sz="1800" b="0">
                <a:solidFill>
                  <a:srgbClr val="263445"/>
                </a:solidFill>
              </a:defRPr>
            </a:lvl8pPr>
            <a:lvl9pPr>
              <a:defRPr sz="18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445"/>
                </a:solidFill>
              </a:defRPr>
            </a:pPr>
            <a:r>
              <a:rPr sz="1800" b="0">
                <a:solidFill>
                  <a:srgbClr val="263445"/>
                </a:solidFill>
              </a:rPr>
              <a:t>Abertura: validação da sessão e dos dados antes do registro e da geração do protocolo.</a:t>
            </a:r>
          </a:p>
        </p:txBody>
      </p:sp>
    </p:spTree>
    <p:extLst>
      <p:ext uri="{BB962C8B-B14F-4D97-AF65-F5344CB8AC3E}">
        <p14:creationId xmlns:p14="http://schemas.microsoft.com/office/powerpoint/2010/main" val="1135076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C8C11-C09F-440E-92D3-DFE5520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385B"/>
                </a:solidFill>
              </a:defRPr>
            </a:defPPr>
            <a:lvl1pPr>
              <a:defRPr sz="3000" b="1">
                <a:solidFill>
                  <a:srgbClr val="17385B"/>
                </a:solidFill>
              </a:defRPr>
            </a:lvl1pPr>
            <a:lvl2pPr>
              <a:defRPr sz="3000" b="1">
                <a:solidFill>
                  <a:srgbClr val="17385B"/>
                </a:solidFill>
              </a:defRPr>
            </a:lvl2pPr>
            <a:lvl3pPr>
              <a:defRPr sz="3000" b="1">
                <a:solidFill>
                  <a:srgbClr val="17385B"/>
                </a:solidFill>
              </a:defRPr>
            </a:lvl3pPr>
            <a:lvl4pPr>
              <a:defRPr sz="3000" b="1">
                <a:solidFill>
                  <a:srgbClr val="17385B"/>
                </a:solidFill>
              </a:defRPr>
            </a:lvl4pPr>
            <a:lvl5pPr>
              <a:defRPr sz="3000" b="1">
                <a:solidFill>
                  <a:srgbClr val="17385B"/>
                </a:solidFill>
              </a:defRPr>
            </a:lvl5pPr>
            <a:lvl6pPr>
              <a:defRPr sz="3000" b="1">
                <a:solidFill>
                  <a:srgbClr val="17385B"/>
                </a:solidFill>
              </a:defRPr>
            </a:lvl6pPr>
            <a:lvl7pPr>
              <a:defRPr sz="3000" b="1">
                <a:solidFill>
                  <a:srgbClr val="17385B"/>
                </a:solidFill>
              </a:defRPr>
            </a:lvl7pPr>
            <a:lvl8pPr>
              <a:defRPr sz="3000" b="1">
                <a:solidFill>
                  <a:srgbClr val="17385B"/>
                </a:solidFill>
              </a:defRPr>
            </a:lvl8pPr>
            <a:lvl9pPr>
              <a:defRPr sz="30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85B"/>
                </a:solidFill>
              </a:defRPr>
            </a:pPr>
            <a:r>
              <a:rPr sz="3000" b="1">
                <a:solidFill>
                  <a:srgbClr val="17385B"/>
                </a:solidFill>
              </a:rPr>
              <a:t>Conclusão e próximos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2094-CAC4-4CC0-BDB3-E87ADCCC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445"/>
                </a:solidFill>
              </a:defRPr>
            </a:defPPr>
            <a:lvl1pPr>
              <a:defRPr sz="2100" b="0">
                <a:solidFill>
                  <a:srgbClr val="263445"/>
                </a:solidFill>
              </a:defRPr>
            </a:lvl1pPr>
            <a:lvl2pPr>
              <a:defRPr sz="2100" b="0">
                <a:solidFill>
                  <a:srgbClr val="263445"/>
                </a:solidFill>
              </a:defRPr>
            </a:lvl2pPr>
            <a:lvl3pPr>
              <a:defRPr sz="2100" b="0">
                <a:solidFill>
                  <a:srgbClr val="263445"/>
                </a:solidFill>
              </a:defRPr>
            </a:lvl3pPr>
            <a:lvl4pPr>
              <a:defRPr sz="2100" b="0">
                <a:solidFill>
                  <a:srgbClr val="263445"/>
                </a:solidFill>
              </a:defRPr>
            </a:lvl4pPr>
            <a:lvl5pPr>
              <a:defRPr sz="2100" b="0">
                <a:solidFill>
                  <a:srgbClr val="263445"/>
                </a:solidFill>
              </a:defRPr>
            </a:lvl5pPr>
            <a:lvl6pPr>
              <a:defRPr sz="2100" b="0">
                <a:solidFill>
                  <a:srgbClr val="263445"/>
                </a:solidFill>
              </a:defRPr>
            </a:lvl6pPr>
            <a:lvl7pPr>
              <a:defRPr sz="2100" b="0">
                <a:solidFill>
                  <a:srgbClr val="263445"/>
                </a:solidFill>
              </a:defRPr>
            </a:lvl7pPr>
            <a:lvl8pPr>
              <a:defRPr sz="2100" b="0">
                <a:solidFill>
                  <a:srgbClr val="263445"/>
                </a:solidFill>
              </a:defRPr>
            </a:lvl8pPr>
            <a:lvl9pPr>
              <a:defRPr sz="2100" b="0">
                <a:solidFill>
                  <a:srgbClr val="263445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Requisitos e sete diagramas descrevem o sistema proposto</a:t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Rastreabilidade conecta casos de uso, regras e modelos</a:t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As metas de desempenho ainda precisam de validação</a:t>
            </a:r>
          </a:p>
          <a:p xmlns:a="http://schemas.openxmlformats.org/drawingml/2006/main">
            <a:pPr>
              <a:defRPr sz="2100" b="0">
                <a:solidFill>
                  <a:srgbClr val="263445"/>
                </a:solidFill>
              </a:defRPr>
            </a:pPr>
            <a:r>
              <a:rPr sz="2100" b="0">
                <a:solidFill>
                  <a:srgbClr val="263445"/>
                </a:solidFill>
              </a:rPr>
              <a:t>• Próximos passos: protótipo, testes e avaliação de SLA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7CA46-92E6-44AA-A9D1-F2BF99AC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385B"/>
                </a:solidFill>
              </a:defRPr>
            </a:defPPr>
            <a:lvl1pPr>
              <a:defRPr sz="2400" b="1">
                <a:solidFill>
                  <a:srgbClr val="17385B"/>
                </a:solidFill>
              </a:defRPr>
            </a:lvl1pPr>
            <a:lvl2pPr>
              <a:defRPr sz="2400" b="1">
                <a:solidFill>
                  <a:srgbClr val="17385B"/>
                </a:solidFill>
              </a:defRPr>
            </a:lvl2pPr>
            <a:lvl3pPr>
              <a:defRPr sz="2400" b="1">
                <a:solidFill>
                  <a:srgbClr val="17385B"/>
                </a:solidFill>
              </a:defRPr>
            </a:lvl3pPr>
            <a:lvl4pPr>
              <a:defRPr sz="2400" b="1">
                <a:solidFill>
                  <a:srgbClr val="17385B"/>
                </a:solidFill>
              </a:defRPr>
            </a:lvl4pPr>
            <a:lvl5pPr>
              <a:defRPr sz="2400" b="1">
                <a:solidFill>
                  <a:srgbClr val="17385B"/>
                </a:solidFill>
              </a:defRPr>
            </a:lvl5pPr>
            <a:lvl6pPr>
              <a:defRPr sz="2400" b="1">
                <a:solidFill>
                  <a:srgbClr val="17385B"/>
                </a:solidFill>
              </a:defRPr>
            </a:lvl6pPr>
            <a:lvl7pPr>
              <a:defRPr sz="2400" b="1">
                <a:solidFill>
                  <a:srgbClr val="17385B"/>
                </a:solidFill>
              </a:defRPr>
            </a:lvl7pPr>
            <a:lvl8pPr>
              <a:defRPr sz="2400" b="1">
                <a:solidFill>
                  <a:srgbClr val="17385B"/>
                </a:solidFill>
              </a:defRPr>
            </a:lvl8pPr>
            <a:lvl9pPr>
              <a:defRPr sz="2400" b="1">
                <a:solidFill>
                  <a:srgbClr val="17385B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85B"/>
                </a:solidFill>
              </a:defRPr>
            </a:pPr>
            <a:r>
              <a:rPr sz="2400" b="1">
                <a:solidFill>
                  <a:srgbClr val="17385B"/>
                </a:solidFill>
              </a:rPr>
              <a:t>Obrigado. Perguntas?</a:t>
            </a:r>
          </a:p>
        </p:txBody>
      </p:sp>
    </p:spTree>
    <p:extLst>
      <p:ext uri="{BB962C8B-B14F-4D97-AF65-F5344CB8AC3E}">
        <p14:creationId xmlns:p14="http://schemas.microsoft.com/office/powerpoint/2010/main" val="659136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2026-10-28T19:44:07.5990000Z</dcterms:created>
  <dcterms:modified xsi:type="dcterms:W3CDTF">2026-10-28T19:44:07.5990000Z</dcterms:modified>
</coreProperties>
</file>